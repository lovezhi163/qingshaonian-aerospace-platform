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7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9FBFE"/>
    <a:srgbClr val="3259C8"/>
    <a:srgbClr val="43A5E8"/>
    <a:srgbClr val="4A90E2"/>
    <a:srgbClr val="2C3E50"/>
    <a:srgbClr val="A878E0"/>
    <a:srgbClr val="6A52D1"/>
    <a:srgbClr val="BA93FB"/>
    <a:srgbClr val="3C9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71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0472E-F781-4879-B1DE-48889A54B13D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70A2E-E30C-47AF-9962-A4C53EE136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561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CD832-9EA5-CE6C-F63E-B70A1C98A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444D56-4B64-E231-DF8E-01D7E50FA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AA0D4F-786B-224F-8477-0EFA49CC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F47B58-AD15-F77B-8BCE-D084F74E5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7ED5B8-9551-8E21-B657-769BFB28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11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B11B61-8D97-A59E-76C3-78DF64113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B1BECE-E1A2-1B35-9A28-0C0922EA8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732586-30C4-FB60-AE80-E47473B34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50F126-40D6-0DE7-53E0-BC3CA1453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91C40E-A715-90AA-FEE6-D554167CF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88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F8443-A5F3-4470-D4A3-E51A4318F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FA7F66-9141-2175-6C5D-B8C7F565A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895B6F-9A78-D5D7-6E77-1064943D7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B411F8-2EA5-7FF4-F699-CE3452BDF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0EBD75-2D2A-F1D7-C26F-CADAEF38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384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B14C3-E7F5-C99D-265F-E854A6648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F500D9-54EF-8964-B54F-CD2A2AA62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32C2A-088A-A789-4869-BA8F5161E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F557CE-D75D-4237-2B26-69E769372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7B222-17BC-4965-DBA9-1FF42DD0E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446051-CEA0-ACA6-2D67-2CF4733A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80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A6EA1-048D-13E8-FE3A-FDC4A997A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4945F0-95D2-24FA-7625-7B934ACD6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30E559-3E34-C171-DF1F-CC5DF4685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4FAC08-D53A-61D9-0FE4-FCA4FD040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7B1668-9081-572C-27B0-D74C55552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0D104A-7874-CD24-39BB-CABD30EFB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619439-EFE6-1119-D455-CD4A08958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8FABBA-5D94-4103-C2CE-D9B67FCB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8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E40F6-981F-11E5-A48F-9B0468C4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077843-551B-2D62-7C0E-D211CDBC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6055E8-9F3E-3CC6-BEEB-C0015984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39EA3-B208-3243-32A3-C221B669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864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1FBFED-5C3E-2DF5-F99E-A22C78DD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43AE46-11BB-E42C-CC92-6B9282940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8243F3-D9C4-5D2E-2A4B-93504BF3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39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F0FEE-DD8A-51A3-3E33-802BCC465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1539A5-64D5-126D-AE39-8FC95461E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010F31-AF96-E3A4-4F87-AC7AEAA1E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513B34-B30C-64CD-6E5F-4DC1B77F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F421FC-5DB0-99C6-432B-30197F41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6CD2E4-0F99-7B87-B81F-E71EDF31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658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6DB1C-B480-775F-1C1A-6A4CE8C3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F4D0C4-E18B-D50B-C0D1-4DBBB3214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ADD837-F99B-907A-8FB4-F6726DACB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1E9D54-51E0-99C4-0B97-548D2EF6F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3D433F-FA17-E2A5-1A0F-96FDF899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94C4E8-0F8C-46AF-FC20-10931E8D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20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871DA1-4CCB-180A-41A5-8AAFC20B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1DD72F-B94D-A851-DADD-05B37DE3B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C9756E-8E76-E9FE-6F07-4E2E873E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07868F-9FB3-68CE-8178-FBED6E0F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99405C-12BA-AC37-6604-BE44889A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49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5C2C69-AB49-A0A5-8BEC-63B893CE2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BECDE2-9C0F-0CD0-5A20-FED8C27C4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69B034-82E6-719D-A61F-7337F8E0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12DB17-43E2-94C8-9AC3-8E4FBE522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A53D53-9B81-A71B-F215-61DE7241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57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056B64-0F1E-CB0A-D529-CA591C94D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BCD534-B679-BED3-C72E-428F42C05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7C86AC-E6B9-BBC2-8287-A6B5475B3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0E73D-6B9F-462D-AA68-A090141EA3D9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BEF07-ED2B-DEC5-187D-7B55F1370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6AB2C7-80D6-B235-87D0-DDAB020CA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4D33F-4A2D-4FE2-B4BE-CB656D560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70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AF048D38-A353-087C-AE6E-849727EB4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01486" y="0"/>
            <a:ext cx="15197959" cy="6858000"/>
          </a:xfrm>
          <a:prstGeom prst="rect">
            <a:avLst/>
          </a:prstGeom>
        </p:spPr>
      </p:pic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1EAFEB1B-E72F-E1F0-D068-F903C1EE5CED}"/>
              </a:ext>
            </a:extLst>
          </p:cNvPr>
          <p:cNvSpPr/>
          <p:nvPr/>
        </p:nvSpPr>
        <p:spPr>
          <a:xfrm flipH="1">
            <a:off x="369259" y="0"/>
            <a:ext cx="11306515" cy="6858000"/>
          </a:xfrm>
          <a:custGeom>
            <a:avLst/>
            <a:gdLst>
              <a:gd name="csX0" fmla="*/ 0 w 11306515"/>
              <a:gd name="csY0" fmla="*/ 0 h 6858000"/>
              <a:gd name="csX1" fmla="*/ 2191657 w 11306515"/>
              <a:gd name="csY1" fmla="*/ 0 h 6858000"/>
              <a:gd name="csX2" fmla="*/ 11305705 w 11306515"/>
              <a:gd name="csY2" fmla="*/ 0 h 6858000"/>
              <a:gd name="csX3" fmla="*/ 11306515 w 11306515"/>
              <a:gd name="csY3" fmla="*/ 993 h 6858000"/>
              <a:gd name="csX4" fmla="*/ 10624457 w 11306515"/>
              <a:gd name="csY4" fmla="*/ 145143 h 6858000"/>
              <a:gd name="csX5" fmla="*/ 9376229 w 11306515"/>
              <a:gd name="csY5" fmla="*/ 1306285 h 6858000"/>
              <a:gd name="csX6" fmla="*/ 6952343 w 11306515"/>
              <a:gd name="csY6" fmla="*/ 1799771 h 6858000"/>
              <a:gd name="csX7" fmla="*/ 6966857 w 11306515"/>
              <a:gd name="csY7" fmla="*/ 3904343 h 6858000"/>
              <a:gd name="csX8" fmla="*/ 4238171 w 11306515"/>
              <a:gd name="csY8" fmla="*/ 4513943 h 6858000"/>
              <a:gd name="csX9" fmla="*/ 3817257 w 11306515"/>
              <a:gd name="csY9" fmla="*/ 6516914 h 6858000"/>
              <a:gd name="csX10" fmla="*/ 3218997 w 11306515"/>
              <a:gd name="csY10" fmla="*/ 6852103 h 6858000"/>
              <a:gd name="csX11" fmla="*/ 3204483 w 11306515"/>
              <a:gd name="csY11" fmla="*/ 6858000 h 6858000"/>
              <a:gd name="csX12" fmla="*/ 2191657 w 11306515"/>
              <a:gd name="csY12" fmla="*/ 6858000 h 6858000"/>
              <a:gd name="csX13" fmla="*/ 0 w 11306515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1306515" h="6858000">
                <a:moveTo>
                  <a:pt x="0" y="0"/>
                </a:moveTo>
                <a:lnTo>
                  <a:pt x="2191657" y="0"/>
                </a:lnTo>
                <a:lnTo>
                  <a:pt x="11305705" y="0"/>
                </a:lnTo>
                <a:lnTo>
                  <a:pt x="11306515" y="993"/>
                </a:lnTo>
                <a:cubicBezTo>
                  <a:pt x="11279490" y="25892"/>
                  <a:pt x="10754481" y="-7559"/>
                  <a:pt x="10624457" y="145143"/>
                </a:cubicBezTo>
                <a:cubicBezTo>
                  <a:pt x="10416419" y="389467"/>
                  <a:pt x="9988248" y="1030514"/>
                  <a:pt x="9376229" y="1306285"/>
                </a:cubicBezTo>
                <a:cubicBezTo>
                  <a:pt x="8764210" y="1582056"/>
                  <a:pt x="7353905" y="1366761"/>
                  <a:pt x="6952343" y="1799771"/>
                </a:cubicBezTo>
                <a:cubicBezTo>
                  <a:pt x="6550781" y="2232781"/>
                  <a:pt x="7419219" y="3451981"/>
                  <a:pt x="6966857" y="3904343"/>
                </a:cubicBezTo>
                <a:cubicBezTo>
                  <a:pt x="6514495" y="4356705"/>
                  <a:pt x="4763104" y="4078514"/>
                  <a:pt x="4238171" y="4513943"/>
                </a:cubicBezTo>
                <a:cubicBezTo>
                  <a:pt x="3713238" y="4949372"/>
                  <a:pt x="4390571" y="6062133"/>
                  <a:pt x="3817257" y="6516914"/>
                </a:cubicBezTo>
                <a:cubicBezTo>
                  <a:pt x="3673929" y="6630610"/>
                  <a:pt x="3464833" y="6746119"/>
                  <a:pt x="3218997" y="6852103"/>
                </a:cubicBezTo>
                <a:lnTo>
                  <a:pt x="3204483" y="6858000"/>
                </a:lnTo>
                <a:lnTo>
                  <a:pt x="219165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C3E50"/>
          </a:solidFill>
          <a:ln>
            <a:noFill/>
          </a:ln>
          <a:effectLst>
            <a:outerShdw blurRad="1905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049DC00D-A286-0700-A097-E954702B530D}"/>
              </a:ext>
            </a:extLst>
          </p:cNvPr>
          <p:cNvSpPr/>
          <p:nvPr/>
        </p:nvSpPr>
        <p:spPr>
          <a:xfrm flipH="1">
            <a:off x="698442" y="0"/>
            <a:ext cx="11306515" cy="6858000"/>
          </a:xfrm>
          <a:custGeom>
            <a:avLst/>
            <a:gdLst>
              <a:gd name="csX0" fmla="*/ 0 w 11306515"/>
              <a:gd name="csY0" fmla="*/ 0 h 6858000"/>
              <a:gd name="csX1" fmla="*/ 2191657 w 11306515"/>
              <a:gd name="csY1" fmla="*/ 0 h 6858000"/>
              <a:gd name="csX2" fmla="*/ 11305705 w 11306515"/>
              <a:gd name="csY2" fmla="*/ 0 h 6858000"/>
              <a:gd name="csX3" fmla="*/ 11306515 w 11306515"/>
              <a:gd name="csY3" fmla="*/ 993 h 6858000"/>
              <a:gd name="csX4" fmla="*/ 10624457 w 11306515"/>
              <a:gd name="csY4" fmla="*/ 145143 h 6858000"/>
              <a:gd name="csX5" fmla="*/ 9376229 w 11306515"/>
              <a:gd name="csY5" fmla="*/ 1306285 h 6858000"/>
              <a:gd name="csX6" fmla="*/ 6952343 w 11306515"/>
              <a:gd name="csY6" fmla="*/ 1799771 h 6858000"/>
              <a:gd name="csX7" fmla="*/ 6966857 w 11306515"/>
              <a:gd name="csY7" fmla="*/ 3904343 h 6858000"/>
              <a:gd name="csX8" fmla="*/ 4238171 w 11306515"/>
              <a:gd name="csY8" fmla="*/ 4513943 h 6858000"/>
              <a:gd name="csX9" fmla="*/ 3817257 w 11306515"/>
              <a:gd name="csY9" fmla="*/ 6516914 h 6858000"/>
              <a:gd name="csX10" fmla="*/ 3218997 w 11306515"/>
              <a:gd name="csY10" fmla="*/ 6852103 h 6858000"/>
              <a:gd name="csX11" fmla="*/ 3204483 w 11306515"/>
              <a:gd name="csY11" fmla="*/ 6858000 h 6858000"/>
              <a:gd name="csX12" fmla="*/ 2191657 w 11306515"/>
              <a:gd name="csY12" fmla="*/ 6858000 h 6858000"/>
              <a:gd name="csX13" fmla="*/ 0 w 11306515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1306515" h="6858000">
                <a:moveTo>
                  <a:pt x="0" y="0"/>
                </a:moveTo>
                <a:lnTo>
                  <a:pt x="2191657" y="0"/>
                </a:lnTo>
                <a:lnTo>
                  <a:pt x="11305705" y="0"/>
                </a:lnTo>
                <a:lnTo>
                  <a:pt x="11306515" y="993"/>
                </a:lnTo>
                <a:cubicBezTo>
                  <a:pt x="11279490" y="25892"/>
                  <a:pt x="10754481" y="-7559"/>
                  <a:pt x="10624457" y="145143"/>
                </a:cubicBezTo>
                <a:cubicBezTo>
                  <a:pt x="10416419" y="389467"/>
                  <a:pt x="9988248" y="1030514"/>
                  <a:pt x="9376229" y="1306285"/>
                </a:cubicBezTo>
                <a:cubicBezTo>
                  <a:pt x="8764210" y="1582056"/>
                  <a:pt x="7353905" y="1366761"/>
                  <a:pt x="6952343" y="1799771"/>
                </a:cubicBezTo>
                <a:cubicBezTo>
                  <a:pt x="6550781" y="2232781"/>
                  <a:pt x="7419219" y="3451981"/>
                  <a:pt x="6966857" y="3904343"/>
                </a:cubicBezTo>
                <a:cubicBezTo>
                  <a:pt x="6514495" y="4356705"/>
                  <a:pt x="4763104" y="4078514"/>
                  <a:pt x="4238171" y="4513943"/>
                </a:cubicBezTo>
                <a:cubicBezTo>
                  <a:pt x="3713238" y="4949372"/>
                  <a:pt x="4390571" y="6062133"/>
                  <a:pt x="3817257" y="6516914"/>
                </a:cubicBezTo>
                <a:cubicBezTo>
                  <a:pt x="3673929" y="6630610"/>
                  <a:pt x="3464833" y="6746119"/>
                  <a:pt x="3218997" y="6852103"/>
                </a:cubicBezTo>
                <a:lnTo>
                  <a:pt x="3204483" y="6858000"/>
                </a:lnTo>
                <a:lnTo>
                  <a:pt x="219165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3A5E8"/>
          </a:solidFill>
          <a:ln>
            <a:noFill/>
          </a:ln>
          <a:effectLst>
            <a:outerShdw blurRad="1905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26A8E99-8508-9635-65EC-DF2A9B5D6103}"/>
              </a:ext>
            </a:extLst>
          </p:cNvPr>
          <p:cNvSpPr/>
          <p:nvPr/>
        </p:nvSpPr>
        <p:spPr>
          <a:xfrm flipH="1">
            <a:off x="976794" y="0"/>
            <a:ext cx="11306515" cy="6858000"/>
          </a:xfrm>
          <a:custGeom>
            <a:avLst/>
            <a:gdLst>
              <a:gd name="csX0" fmla="*/ 0 w 11306515"/>
              <a:gd name="csY0" fmla="*/ 0 h 6858000"/>
              <a:gd name="csX1" fmla="*/ 2191657 w 11306515"/>
              <a:gd name="csY1" fmla="*/ 0 h 6858000"/>
              <a:gd name="csX2" fmla="*/ 11305705 w 11306515"/>
              <a:gd name="csY2" fmla="*/ 0 h 6858000"/>
              <a:gd name="csX3" fmla="*/ 11306515 w 11306515"/>
              <a:gd name="csY3" fmla="*/ 993 h 6858000"/>
              <a:gd name="csX4" fmla="*/ 10624457 w 11306515"/>
              <a:gd name="csY4" fmla="*/ 145143 h 6858000"/>
              <a:gd name="csX5" fmla="*/ 9376229 w 11306515"/>
              <a:gd name="csY5" fmla="*/ 1306285 h 6858000"/>
              <a:gd name="csX6" fmla="*/ 6952343 w 11306515"/>
              <a:gd name="csY6" fmla="*/ 1799771 h 6858000"/>
              <a:gd name="csX7" fmla="*/ 6966857 w 11306515"/>
              <a:gd name="csY7" fmla="*/ 3904343 h 6858000"/>
              <a:gd name="csX8" fmla="*/ 4238171 w 11306515"/>
              <a:gd name="csY8" fmla="*/ 4513943 h 6858000"/>
              <a:gd name="csX9" fmla="*/ 3817257 w 11306515"/>
              <a:gd name="csY9" fmla="*/ 6516914 h 6858000"/>
              <a:gd name="csX10" fmla="*/ 3218997 w 11306515"/>
              <a:gd name="csY10" fmla="*/ 6852103 h 6858000"/>
              <a:gd name="csX11" fmla="*/ 3204483 w 11306515"/>
              <a:gd name="csY11" fmla="*/ 6858000 h 6858000"/>
              <a:gd name="csX12" fmla="*/ 2191657 w 11306515"/>
              <a:gd name="csY12" fmla="*/ 6858000 h 6858000"/>
              <a:gd name="csX13" fmla="*/ 0 w 11306515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1306515" h="6858000">
                <a:moveTo>
                  <a:pt x="0" y="0"/>
                </a:moveTo>
                <a:lnTo>
                  <a:pt x="2191657" y="0"/>
                </a:lnTo>
                <a:lnTo>
                  <a:pt x="11305705" y="0"/>
                </a:lnTo>
                <a:lnTo>
                  <a:pt x="11306515" y="993"/>
                </a:lnTo>
                <a:cubicBezTo>
                  <a:pt x="11279490" y="25892"/>
                  <a:pt x="10754481" y="-7559"/>
                  <a:pt x="10624457" y="145143"/>
                </a:cubicBezTo>
                <a:cubicBezTo>
                  <a:pt x="10416419" y="389467"/>
                  <a:pt x="9988248" y="1030514"/>
                  <a:pt x="9376229" y="1306285"/>
                </a:cubicBezTo>
                <a:cubicBezTo>
                  <a:pt x="8764210" y="1582056"/>
                  <a:pt x="7353905" y="1366761"/>
                  <a:pt x="6952343" y="1799771"/>
                </a:cubicBezTo>
                <a:cubicBezTo>
                  <a:pt x="6550781" y="2232781"/>
                  <a:pt x="7419219" y="3451981"/>
                  <a:pt x="6966857" y="3904343"/>
                </a:cubicBezTo>
                <a:cubicBezTo>
                  <a:pt x="6514495" y="4356705"/>
                  <a:pt x="4763104" y="4078514"/>
                  <a:pt x="4238171" y="4513943"/>
                </a:cubicBezTo>
                <a:cubicBezTo>
                  <a:pt x="3713238" y="4949372"/>
                  <a:pt x="4390571" y="6062133"/>
                  <a:pt x="3817257" y="6516914"/>
                </a:cubicBezTo>
                <a:cubicBezTo>
                  <a:pt x="3673929" y="6630610"/>
                  <a:pt x="3464833" y="6746119"/>
                  <a:pt x="3218997" y="6852103"/>
                </a:cubicBezTo>
                <a:lnTo>
                  <a:pt x="3204483" y="6858000"/>
                </a:lnTo>
                <a:lnTo>
                  <a:pt x="2191657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1905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A411EEA-EAAE-FC0B-AFE7-F00513C8CDFD}"/>
              </a:ext>
            </a:extLst>
          </p:cNvPr>
          <p:cNvSpPr txBox="1"/>
          <p:nvPr/>
        </p:nvSpPr>
        <p:spPr>
          <a:xfrm>
            <a:off x="2767994" y="63500"/>
            <a:ext cx="9022080" cy="597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88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彩云" panose="02010800040101010101" pitchFamily="2" charset="-122"/>
                <a:ea typeface="华文彩云" panose="02010800040101010101" pitchFamily="2" charset="-122"/>
              </a:rPr>
              <a:t>温州市青少年航空航天创新</a:t>
            </a:r>
            <a:endParaRPr lang="en-US" altLang="zh-CN" sz="8800" spc="50" dirty="0">
              <a:ln w="9525" cmpd="sng">
                <a:noFill/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彩云" panose="02010800040101010101" pitchFamily="2" charset="-122"/>
              <a:ea typeface="华文彩云" panose="02010800040101010101" pitchFamily="2" charset="-122"/>
            </a:endParaRPr>
          </a:p>
          <a:p>
            <a:pPr algn="r">
              <a:lnSpc>
                <a:spcPct val="110000"/>
              </a:lnSpc>
            </a:pPr>
            <a:r>
              <a:rPr lang="zh-CN" altLang="en-US" sz="88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彩云" panose="02010800040101010101" pitchFamily="2" charset="-122"/>
                <a:ea typeface="华文彩云" panose="02010800040101010101" pitchFamily="2" charset="-122"/>
              </a:rPr>
              <a:t>比赛报名</a:t>
            </a:r>
            <a:endParaRPr lang="en-US" altLang="zh-CN" sz="8800" spc="50" dirty="0">
              <a:ln w="9525" cmpd="sng">
                <a:noFill/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彩云" panose="02010800040101010101" pitchFamily="2" charset="-122"/>
              <a:ea typeface="华文彩云" panose="02010800040101010101" pitchFamily="2" charset="-122"/>
            </a:endParaRPr>
          </a:p>
          <a:p>
            <a:pPr algn="r">
              <a:lnSpc>
                <a:spcPct val="110000"/>
              </a:lnSpc>
            </a:pPr>
            <a:r>
              <a:rPr lang="zh-CN" altLang="en-US" sz="88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彩云" panose="02010800040101010101" pitchFamily="2" charset="-122"/>
                <a:ea typeface="华文彩云" panose="02010800040101010101" pitchFamily="2" charset="-122"/>
              </a:rPr>
              <a:t>指南</a:t>
            </a:r>
          </a:p>
        </p:txBody>
      </p:sp>
    </p:spTree>
    <p:extLst>
      <p:ext uri="{BB962C8B-B14F-4D97-AF65-F5344CB8AC3E}">
        <p14:creationId xmlns:p14="http://schemas.microsoft.com/office/powerpoint/2010/main" val="33988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0 L 0.32617 0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B551585-1734-31EC-C440-E5CA110F1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9770"/>
            <a:ext cx="12192000" cy="6108861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03A1386-1D57-7FB0-F276-FD78D8203A83}"/>
              </a:ext>
            </a:extLst>
          </p:cNvPr>
          <p:cNvCxnSpPr>
            <a:cxnSpLocks/>
          </p:cNvCxnSpPr>
          <p:nvPr/>
        </p:nvCxnSpPr>
        <p:spPr>
          <a:xfrm flipH="1" flipV="1">
            <a:off x="8986982" y="267855"/>
            <a:ext cx="1607127" cy="1256145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BCED273-1F4D-6FA3-94AF-52C0C9D41A75}"/>
              </a:ext>
            </a:extLst>
          </p:cNvPr>
          <p:cNvSpPr txBox="1"/>
          <p:nvPr/>
        </p:nvSpPr>
        <p:spPr>
          <a:xfrm>
            <a:off x="10107786" y="164695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点击用户登录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62E6D3-8E04-5152-F978-C3F5882B1F3B}"/>
              </a:ext>
            </a:extLst>
          </p:cNvPr>
          <p:cNvSpPr txBox="1"/>
          <p:nvPr/>
        </p:nvSpPr>
        <p:spPr>
          <a:xfrm>
            <a:off x="52889" y="631296"/>
            <a:ext cx="20313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3259C8"/>
                </a:solidFill>
              </a:rPr>
              <a:t>网址：</a:t>
            </a:r>
            <a:r>
              <a:rPr lang="en-US" altLang="zh-CN" sz="2400" dirty="0">
                <a:solidFill>
                  <a:srgbClr val="3259C8"/>
                </a:solidFill>
              </a:rPr>
              <a:t> https://aerogp.cn/admin/?view=eventCenter</a:t>
            </a:r>
            <a:endParaRPr lang="zh-CN" altLang="en-US" sz="2400" dirty="0">
              <a:solidFill>
                <a:srgbClr val="3259C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694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0D15EC6-E068-7014-CA1B-AFBCE402B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337" y="0"/>
            <a:ext cx="6386629" cy="685800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BFF672A-5E42-81D3-5D7F-6D3B50E13518}"/>
              </a:ext>
            </a:extLst>
          </p:cNvPr>
          <p:cNvCxnSpPr>
            <a:cxnSpLocks/>
          </p:cNvCxnSpPr>
          <p:nvPr/>
        </p:nvCxnSpPr>
        <p:spPr>
          <a:xfrm flipH="1" flipV="1">
            <a:off x="7624712" y="1994018"/>
            <a:ext cx="1607127" cy="1256145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F2754F0-1FE9-7717-25E2-3039F8EF6595}"/>
              </a:ext>
            </a:extLst>
          </p:cNvPr>
          <p:cNvSpPr txBox="1"/>
          <p:nvPr/>
        </p:nvSpPr>
        <p:spPr>
          <a:xfrm>
            <a:off x="8885376" y="336099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点击注册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D6B37F-0C63-12CC-A0FF-38C3236DF9A3}"/>
              </a:ext>
            </a:extLst>
          </p:cNvPr>
          <p:cNvSpPr/>
          <p:nvPr/>
        </p:nvSpPr>
        <p:spPr>
          <a:xfrm>
            <a:off x="3200400" y="5900738"/>
            <a:ext cx="521493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7334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1DEE184-08B6-A52F-5955-B5CCE4457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062" y="0"/>
            <a:ext cx="4825172" cy="685800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D542984-98F8-1EBF-04FA-AD8F527A9D60}"/>
              </a:ext>
            </a:extLst>
          </p:cNvPr>
          <p:cNvCxnSpPr>
            <a:cxnSpLocks/>
          </p:cNvCxnSpPr>
          <p:nvPr/>
        </p:nvCxnSpPr>
        <p:spPr>
          <a:xfrm>
            <a:off x="2761673" y="2761673"/>
            <a:ext cx="1828988" cy="191466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2D3369FF-09CF-0F43-381F-5289A90BF783}"/>
              </a:ext>
            </a:extLst>
          </p:cNvPr>
          <p:cNvSpPr txBox="1"/>
          <p:nvPr/>
        </p:nvSpPr>
        <p:spPr>
          <a:xfrm>
            <a:off x="808553" y="2269318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个人用户注册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个人账户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C0F8BB-9596-3C3E-4187-1FFC4E70C710}"/>
              </a:ext>
            </a:extLst>
          </p:cNvPr>
          <p:cNvSpPr txBox="1"/>
          <p:nvPr/>
        </p:nvSpPr>
        <p:spPr>
          <a:xfrm>
            <a:off x="8621792" y="4025300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学校公司机构等用户注册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组织账户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B5E274A-DCF7-4A43-611F-200A98DA5AEE}"/>
              </a:ext>
            </a:extLst>
          </p:cNvPr>
          <p:cNvCxnSpPr>
            <a:cxnSpLocks/>
          </p:cNvCxnSpPr>
          <p:nvPr/>
        </p:nvCxnSpPr>
        <p:spPr>
          <a:xfrm flipH="1" flipV="1">
            <a:off x="7970982" y="2953139"/>
            <a:ext cx="1237673" cy="928396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664E03F-B0DB-9058-9832-05D32F6C6D97}"/>
              </a:ext>
            </a:extLst>
          </p:cNvPr>
          <p:cNvCxnSpPr>
            <a:cxnSpLocks/>
          </p:cNvCxnSpPr>
          <p:nvPr/>
        </p:nvCxnSpPr>
        <p:spPr>
          <a:xfrm>
            <a:off x="2304473" y="4618370"/>
            <a:ext cx="1828988" cy="191466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38EE1F6E-93F0-7893-95E2-4752EE8FC211}"/>
              </a:ext>
            </a:extLst>
          </p:cNvPr>
          <p:cNvSpPr txBox="1"/>
          <p:nvPr/>
        </p:nvSpPr>
        <p:spPr>
          <a:xfrm>
            <a:off x="148153" y="4298604"/>
            <a:ext cx="23391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个人用户注册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就正常输入信息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进行注册</a:t>
            </a:r>
          </a:p>
        </p:txBody>
      </p:sp>
    </p:spTree>
    <p:extLst>
      <p:ext uri="{BB962C8B-B14F-4D97-AF65-F5344CB8AC3E}">
        <p14:creationId xmlns:p14="http://schemas.microsoft.com/office/powerpoint/2010/main" val="247996225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532AC89-E512-EDB9-CBF6-4C585A2A5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81" y="0"/>
            <a:ext cx="4605795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3C7A966-E6ED-EC15-22A7-E4DF17E2E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67" y="0"/>
            <a:ext cx="6049219" cy="3219899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CCBEFC9-32C8-7109-3BED-B83CBA5B0F38}"/>
              </a:ext>
            </a:extLst>
          </p:cNvPr>
          <p:cNvCxnSpPr>
            <a:cxnSpLocks/>
          </p:cNvCxnSpPr>
          <p:nvPr/>
        </p:nvCxnSpPr>
        <p:spPr>
          <a:xfrm flipH="1">
            <a:off x="4697330" y="4754230"/>
            <a:ext cx="1629579" cy="0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A4767F6-8071-AA2F-0310-687E0B41146B}"/>
              </a:ext>
            </a:extLst>
          </p:cNvPr>
          <p:cNvSpPr txBox="1"/>
          <p:nvPr/>
        </p:nvSpPr>
        <p:spPr>
          <a:xfrm>
            <a:off x="6370947" y="4227898"/>
            <a:ext cx="17235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注意是一个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组织一个账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号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B7CD554-5465-1997-7216-1D70578BFF98}"/>
              </a:ext>
            </a:extLst>
          </p:cNvPr>
          <p:cNvCxnSpPr>
            <a:cxnSpLocks/>
          </p:cNvCxnSpPr>
          <p:nvPr/>
        </p:nvCxnSpPr>
        <p:spPr>
          <a:xfrm flipH="1" flipV="1">
            <a:off x="9837407" y="2933336"/>
            <a:ext cx="433429" cy="1294562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E84E29D-8455-FFDA-687E-7A119D228069}"/>
              </a:ext>
            </a:extLst>
          </p:cNvPr>
          <p:cNvSpPr txBox="1"/>
          <p:nvPr/>
        </p:nvSpPr>
        <p:spPr>
          <a:xfrm>
            <a:off x="9315803" y="4315644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待审核完后组织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就可以登录</a:t>
            </a:r>
          </a:p>
        </p:txBody>
      </p:sp>
    </p:spTree>
    <p:extLst>
      <p:ext uri="{BB962C8B-B14F-4D97-AF65-F5344CB8AC3E}">
        <p14:creationId xmlns:p14="http://schemas.microsoft.com/office/powerpoint/2010/main" val="157936086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A961F-8175-60E0-0510-A915379F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6DBF3DC-88BA-3574-FB2F-9C3155FDB0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77" r="6297"/>
          <a:stretch>
            <a:fillRect/>
          </a:stretch>
        </p:blipFill>
        <p:spPr>
          <a:xfrm>
            <a:off x="0" y="0"/>
            <a:ext cx="12496801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6C0D85F-EC8F-A92D-D170-D69B6743A89A}"/>
              </a:ext>
            </a:extLst>
          </p:cNvPr>
          <p:cNvSpPr/>
          <p:nvPr/>
        </p:nvSpPr>
        <p:spPr>
          <a:xfrm>
            <a:off x="12701" y="0"/>
            <a:ext cx="12484100" cy="6858000"/>
          </a:xfrm>
          <a:prstGeom prst="rect">
            <a:avLst/>
          </a:prstGeom>
          <a:solidFill>
            <a:schemeClr val="tx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445843-67BD-2AAC-AA9C-0B695EB5ACC6}"/>
              </a:ext>
            </a:extLst>
          </p:cNvPr>
          <p:cNvSpPr txBox="1"/>
          <p:nvPr/>
        </p:nvSpPr>
        <p:spPr>
          <a:xfrm>
            <a:off x="1011555" y="1308100"/>
            <a:ext cx="10460990" cy="38989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5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组织用户报名</a:t>
            </a:r>
            <a:endParaRPr lang="en-US" altLang="zh-CN" sz="11500" spc="50" dirty="0">
              <a:ln w="9525" cmpd="sng">
                <a:noFill/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15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指南</a:t>
            </a:r>
          </a:p>
        </p:txBody>
      </p:sp>
    </p:spTree>
    <p:extLst>
      <p:ext uri="{BB962C8B-B14F-4D97-AF65-F5344CB8AC3E}">
        <p14:creationId xmlns:p14="http://schemas.microsoft.com/office/powerpoint/2010/main" val="3661820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C34776C-77AB-30CE-9CEE-FD39C5AF3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174322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AA82F77-9458-0D91-F41F-B5ED5880CE97}"/>
              </a:ext>
            </a:extLst>
          </p:cNvPr>
          <p:cNvCxnSpPr>
            <a:cxnSpLocks/>
          </p:cNvCxnSpPr>
          <p:nvPr/>
        </p:nvCxnSpPr>
        <p:spPr>
          <a:xfrm flipH="1" flipV="1">
            <a:off x="1205985" y="2445139"/>
            <a:ext cx="1056924" cy="1092388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569613A2-46C8-D782-F9A1-3302D6FBF31E}"/>
              </a:ext>
            </a:extLst>
          </p:cNvPr>
          <p:cNvSpPr/>
          <p:nvPr/>
        </p:nvSpPr>
        <p:spPr>
          <a:xfrm>
            <a:off x="110836" y="572655"/>
            <a:ext cx="1062182" cy="341745"/>
          </a:xfrm>
          <a:prstGeom prst="rect">
            <a:avLst/>
          </a:prstGeom>
          <a:solidFill>
            <a:srgbClr val="1023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D532EC-0FAA-B680-1933-8D7DA847BD58}"/>
              </a:ext>
            </a:extLst>
          </p:cNvPr>
          <p:cNvSpPr txBox="1"/>
          <p:nvPr/>
        </p:nvSpPr>
        <p:spPr>
          <a:xfrm>
            <a:off x="2475717" y="3429000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组织登录成功后找到领队管理，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要确定一个领队才可以报名</a:t>
            </a:r>
            <a:endParaRPr lang="en-US" altLang="zh-CN" sz="2400" b="1" u="sng" dirty="0">
              <a:solidFill>
                <a:srgbClr val="0B80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39882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643FF2-62CE-6F5C-1A73-CDF30DAD2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89549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36D1584-894E-76DD-EAB8-DF2FDB1A510F}"/>
              </a:ext>
            </a:extLst>
          </p:cNvPr>
          <p:cNvCxnSpPr>
            <a:cxnSpLocks/>
          </p:cNvCxnSpPr>
          <p:nvPr/>
        </p:nvCxnSpPr>
        <p:spPr>
          <a:xfrm flipH="1" flipV="1">
            <a:off x="1205985" y="1161284"/>
            <a:ext cx="1103106" cy="2607152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3FEAF0E-EA71-F868-B04D-AD26BAF544F2}"/>
              </a:ext>
            </a:extLst>
          </p:cNvPr>
          <p:cNvSpPr txBox="1"/>
          <p:nvPr/>
        </p:nvSpPr>
        <p:spPr>
          <a:xfrm>
            <a:off x="1649352" y="3993284"/>
            <a:ext cx="3975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在赛事工作台找到比赛进入</a:t>
            </a:r>
            <a:endParaRPr lang="en-US" altLang="zh-CN" sz="2400" b="1" u="sng" dirty="0">
              <a:solidFill>
                <a:srgbClr val="0B80DD"/>
              </a:solidFill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3C2686F-FAB5-596A-E039-5117751686A2}"/>
              </a:ext>
            </a:extLst>
          </p:cNvPr>
          <p:cNvCxnSpPr>
            <a:cxnSpLocks/>
          </p:cNvCxnSpPr>
          <p:nvPr/>
        </p:nvCxnSpPr>
        <p:spPr>
          <a:xfrm flipV="1">
            <a:off x="3711225" y="2365663"/>
            <a:ext cx="1032680" cy="1500909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57C5ED8E-A94B-3B1B-9FD9-DF6992CC8D8A}"/>
              </a:ext>
            </a:extLst>
          </p:cNvPr>
          <p:cNvSpPr/>
          <p:nvPr/>
        </p:nvSpPr>
        <p:spPr>
          <a:xfrm>
            <a:off x="110836" y="572655"/>
            <a:ext cx="1062182" cy="341745"/>
          </a:xfrm>
          <a:prstGeom prst="rect">
            <a:avLst/>
          </a:prstGeom>
          <a:solidFill>
            <a:srgbClr val="1023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40206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C34AAA-5FA1-F519-4046-273B72C9F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2807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B0962CC-BF74-79AF-301C-872AAF601B5E}"/>
              </a:ext>
            </a:extLst>
          </p:cNvPr>
          <p:cNvCxnSpPr>
            <a:cxnSpLocks/>
          </p:cNvCxnSpPr>
          <p:nvPr/>
        </p:nvCxnSpPr>
        <p:spPr>
          <a:xfrm flipV="1">
            <a:off x="6336145" y="3046403"/>
            <a:ext cx="1169433" cy="1301173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320092E-B32F-19F9-6065-6888AEFAFC11}"/>
              </a:ext>
            </a:extLst>
          </p:cNvPr>
          <p:cNvCxnSpPr>
            <a:cxnSpLocks/>
          </p:cNvCxnSpPr>
          <p:nvPr/>
        </p:nvCxnSpPr>
        <p:spPr>
          <a:xfrm flipV="1">
            <a:off x="3870036" y="2949421"/>
            <a:ext cx="2928960" cy="479579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96406F3A-2FDE-8FB4-9872-A57A3931E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793" y="3539257"/>
            <a:ext cx="3746934" cy="12356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8647C48-069F-012B-9105-3CC9B3C56778}"/>
              </a:ext>
            </a:extLst>
          </p:cNvPr>
          <p:cNvSpPr txBox="1"/>
          <p:nvPr/>
        </p:nvSpPr>
        <p:spPr>
          <a:xfrm>
            <a:off x="895376" y="4885158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组织中成员报名后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可以直接加入组织</a:t>
            </a:r>
            <a:endParaRPr lang="en-US" altLang="zh-CN" sz="2400" b="1" u="sng" dirty="0">
              <a:solidFill>
                <a:srgbClr val="0B80DD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8C3183-33C4-BFC5-24FC-24F87FDB3531}"/>
              </a:ext>
            </a:extLst>
          </p:cNvPr>
          <p:cNvSpPr txBox="1"/>
          <p:nvPr/>
        </p:nvSpPr>
        <p:spPr>
          <a:xfrm>
            <a:off x="5012706" y="4469659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组织代报名同样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会自动加入组织</a:t>
            </a:r>
            <a:endParaRPr lang="en-US" altLang="zh-CN" sz="2400" b="1" u="sng" dirty="0">
              <a:solidFill>
                <a:srgbClr val="0B80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82817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1C971-34FA-BD65-1461-DECFBFF92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12710A5-A1EE-2FA1-F6AF-0E35991784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77" r="6297"/>
          <a:stretch>
            <a:fillRect/>
          </a:stretch>
        </p:blipFill>
        <p:spPr>
          <a:xfrm>
            <a:off x="0" y="0"/>
            <a:ext cx="12496801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F06EC21-8B5A-247E-DEA5-A303851A7EF7}"/>
              </a:ext>
            </a:extLst>
          </p:cNvPr>
          <p:cNvSpPr/>
          <p:nvPr/>
        </p:nvSpPr>
        <p:spPr>
          <a:xfrm>
            <a:off x="0" y="0"/>
            <a:ext cx="12484100" cy="6858000"/>
          </a:xfrm>
          <a:prstGeom prst="rect">
            <a:avLst/>
          </a:prstGeom>
          <a:solidFill>
            <a:schemeClr val="tx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F13488-EB97-B810-F9A6-0D5E23B4C43D}"/>
              </a:ext>
            </a:extLst>
          </p:cNvPr>
          <p:cNvSpPr txBox="1"/>
          <p:nvPr/>
        </p:nvSpPr>
        <p:spPr>
          <a:xfrm>
            <a:off x="1011555" y="1308100"/>
            <a:ext cx="10460990" cy="38989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15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个人用户报名</a:t>
            </a:r>
            <a:endParaRPr lang="en-US" altLang="zh-CN" sz="11500" spc="50" dirty="0">
              <a:ln w="9525" cmpd="sng">
                <a:noFill/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15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指南</a:t>
            </a:r>
          </a:p>
        </p:txBody>
      </p:sp>
    </p:spTree>
    <p:extLst>
      <p:ext uri="{BB962C8B-B14F-4D97-AF65-F5344CB8AC3E}">
        <p14:creationId xmlns:p14="http://schemas.microsoft.com/office/powerpoint/2010/main" val="1509337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D375A1B-9C0F-D87D-6E7F-BFEFB1C29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712"/>
            <a:ext cx="12192000" cy="6047388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5B1F849-1B0E-B9BE-6C25-821DDC86698A}"/>
              </a:ext>
            </a:extLst>
          </p:cNvPr>
          <p:cNvCxnSpPr>
            <a:cxnSpLocks/>
          </p:cNvCxnSpPr>
          <p:nvPr/>
        </p:nvCxnSpPr>
        <p:spPr>
          <a:xfrm flipH="1" flipV="1">
            <a:off x="1265382" y="1579418"/>
            <a:ext cx="1228436" cy="1560946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FA8693A-7467-FE3A-6639-78ACD07DE12B}"/>
              </a:ext>
            </a:extLst>
          </p:cNvPr>
          <p:cNvSpPr txBox="1"/>
          <p:nvPr/>
        </p:nvSpPr>
        <p:spPr>
          <a:xfrm>
            <a:off x="2631812" y="3302138"/>
            <a:ext cx="4185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个人登陆成功后找到我的组织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后加入组织</a:t>
            </a:r>
            <a:endParaRPr lang="en-US" altLang="zh-CN" sz="2400" b="1" u="sng" dirty="0">
              <a:solidFill>
                <a:srgbClr val="0B80DD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9CC6069-D4D7-5AE6-EF24-ED31D82A3614}"/>
              </a:ext>
            </a:extLst>
          </p:cNvPr>
          <p:cNvCxnSpPr>
            <a:cxnSpLocks/>
          </p:cNvCxnSpPr>
          <p:nvPr/>
        </p:nvCxnSpPr>
        <p:spPr>
          <a:xfrm flipV="1">
            <a:off x="10026073" y="1868054"/>
            <a:ext cx="0" cy="1022928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ABE1B4CC-AABE-B474-2B63-6EAA339E0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396" y="2890982"/>
            <a:ext cx="5063604" cy="22537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4963611-D39D-C13D-8367-B17A3B8EF6DF}"/>
              </a:ext>
            </a:extLst>
          </p:cNvPr>
          <p:cNvSpPr/>
          <p:nvPr/>
        </p:nvSpPr>
        <p:spPr>
          <a:xfrm>
            <a:off x="7192853" y="3113881"/>
            <a:ext cx="537479" cy="188257"/>
          </a:xfrm>
          <a:prstGeom prst="rect">
            <a:avLst/>
          </a:prstGeom>
          <a:solidFill>
            <a:srgbClr val="1023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7A4B972-D07B-1304-6D37-584FC76B435B}"/>
              </a:ext>
            </a:extLst>
          </p:cNvPr>
          <p:cNvSpPr txBox="1"/>
          <p:nvPr/>
        </p:nvSpPr>
        <p:spPr>
          <a:xfrm>
            <a:off x="7799558" y="5336671"/>
            <a:ext cx="33361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搜索组织名称加入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组织名称在组织账号里</a:t>
            </a:r>
            <a:endParaRPr lang="en-US" altLang="zh-CN" sz="2400" b="1" u="sng" dirty="0">
              <a:solidFill>
                <a:srgbClr val="0B80DD"/>
              </a:solidFill>
            </a:endParaRPr>
          </a:p>
          <a:p>
            <a:r>
              <a:rPr lang="zh-CN" altLang="en-US" sz="2400" b="1" u="sng" dirty="0">
                <a:solidFill>
                  <a:srgbClr val="0B80DD"/>
                </a:solidFill>
              </a:rPr>
              <a:t>的“组织与成员”右上角</a:t>
            </a:r>
            <a:endParaRPr lang="en-US" altLang="zh-CN" sz="2400" b="1" u="sng" dirty="0">
              <a:solidFill>
                <a:srgbClr val="0B80DD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070EDEF-611D-4DB4-0DB9-B1437AAE01F2}"/>
              </a:ext>
            </a:extLst>
          </p:cNvPr>
          <p:cNvSpPr/>
          <p:nvPr/>
        </p:nvSpPr>
        <p:spPr>
          <a:xfrm>
            <a:off x="11144250" y="3113881"/>
            <a:ext cx="1047750" cy="3733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F2BF5B-06D2-45E4-5A55-4B086FC57D96}"/>
              </a:ext>
            </a:extLst>
          </p:cNvPr>
          <p:cNvSpPr/>
          <p:nvPr/>
        </p:nvSpPr>
        <p:spPr>
          <a:xfrm>
            <a:off x="76235" y="433698"/>
            <a:ext cx="1189147" cy="289655"/>
          </a:xfrm>
          <a:prstGeom prst="rect">
            <a:avLst/>
          </a:prstGeom>
          <a:solidFill>
            <a:srgbClr val="1023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29600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BCBB0C4-0CEA-0718-8456-2A245F9FD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8309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93E51B7-FEF9-EC68-CD44-255F30F7B00B}"/>
              </a:ext>
            </a:extLst>
          </p:cNvPr>
          <p:cNvSpPr/>
          <p:nvPr/>
        </p:nvSpPr>
        <p:spPr>
          <a:xfrm>
            <a:off x="115778" y="586645"/>
            <a:ext cx="1189147" cy="289655"/>
          </a:xfrm>
          <a:prstGeom prst="rect">
            <a:avLst/>
          </a:prstGeom>
          <a:solidFill>
            <a:srgbClr val="1023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242BCD2-57FD-F94E-9129-5EB176E801A6}"/>
              </a:ext>
            </a:extLst>
          </p:cNvPr>
          <p:cNvCxnSpPr>
            <a:cxnSpLocks/>
          </p:cNvCxnSpPr>
          <p:nvPr/>
        </p:nvCxnSpPr>
        <p:spPr>
          <a:xfrm flipH="1" flipV="1">
            <a:off x="1179657" y="1303193"/>
            <a:ext cx="1228436" cy="1560946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7308EB3-FC01-4EB6-7F80-3B98DBFEF919}"/>
              </a:ext>
            </a:extLst>
          </p:cNvPr>
          <p:cNvCxnSpPr>
            <a:cxnSpLocks/>
          </p:cNvCxnSpPr>
          <p:nvPr/>
        </p:nvCxnSpPr>
        <p:spPr>
          <a:xfrm flipV="1">
            <a:off x="3307195" y="1827203"/>
            <a:ext cx="1169433" cy="1301173"/>
          </a:xfrm>
          <a:prstGeom prst="straightConnector1">
            <a:avLst/>
          </a:prstGeom>
          <a:ln w="161925">
            <a:solidFill>
              <a:srgbClr val="0B80D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FAFDFC1-08F8-9E81-3E5E-DF58AC9CAF84}"/>
              </a:ext>
            </a:extLst>
          </p:cNvPr>
          <p:cNvSpPr txBox="1"/>
          <p:nvPr/>
        </p:nvSpPr>
        <p:spPr>
          <a:xfrm>
            <a:off x="1660262" y="3227123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再找到赛事中心并且进入报名</a:t>
            </a:r>
            <a:endParaRPr lang="en-US" altLang="zh-CN" sz="2400" b="1" u="sng" dirty="0">
              <a:solidFill>
                <a:srgbClr val="0B80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13010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BCBFD45-BE8A-0DD1-94D4-E7ECF6D0D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5687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81C8AF4-575D-6EC0-AC01-D87B6B137586}"/>
              </a:ext>
            </a:extLst>
          </p:cNvPr>
          <p:cNvSpPr txBox="1"/>
          <p:nvPr/>
        </p:nvSpPr>
        <p:spPr>
          <a:xfrm>
            <a:off x="7099037" y="3065198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rgbClr val="0B80DD"/>
                </a:solidFill>
              </a:rPr>
              <a:t>正常进入报名即可</a:t>
            </a:r>
            <a:endParaRPr lang="en-US" altLang="zh-CN" sz="2400" b="1" u="sng" dirty="0">
              <a:solidFill>
                <a:srgbClr val="0B80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44039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259</Words>
  <Application>Microsoft Office PowerPoint</Application>
  <PresentationFormat>宽屏</PresentationFormat>
  <Paragraphs>36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华文彩云</vt:lpstr>
      <vt:lpstr>华文琥珀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蕲元 张</dc:creator>
  <cp:lastModifiedBy>蕲元 张</cp:lastModifiedBy>
  <cp:revision>7</cp:revision>
  <dcterms:created xsi:type="dcterms:W3CDTF">2026-08-14T01:50:50Z</dcterms:created>
  <dcterms:modified xsi:type="dcterms:W3CDTF">2026-08-14T05:41:02Z</dcterms:modified>
</cp:coreProperties>
</file>